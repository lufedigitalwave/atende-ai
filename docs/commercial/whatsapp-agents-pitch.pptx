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Atende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Agentes de IA para WhatsApp que respondem, qualificam e encaminham leads 24/7.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Lufe Digital Wave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855F7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Lead manda mensagem no WhatsApp e ninguem responde a tempo.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Fora do horario comercial, o lead esfria ou vai para o concorrente.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Vendedor recebe contato sem contexto: nao sabe o que o cliente quer.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FAQ basico consome tempo da equipe humana todos os dias.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Informacoes espalhadas entre planilhas, CRM e cabeca do atendente.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</a:defRPr>
            </a:pPr>
            <a:r>
              <a:t>A solucao: WhatsApp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Agente de IA 24/7 no WhatsApp da empresa.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Responde instantaneamente com linguagem natural.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Qualifica leads e atualiza CRM em tempo real.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Consulta base de conhecimento (precos, FAQ, politicas).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Encaminha para humano com contexto completo quando precisa.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Usa API oficial Meta: sem risco de banimento.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publica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</a:defRPr>
            </a:pPr>
            <a:r>
              <a:t>https://atendeai.lufedigitalwave.com.br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Escolha um nicho e veja a IA conversando em tempo real.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CRM ao vivo preenche enquanto o lead conversa.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Score e funil atualizam automaticamente.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30+ nichos suportados pela Factory v3.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Dados 100% ficticios no portfolio. A IA e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855F7"/>
                </a:solidFill>
              </a:defRPr>
            </a:pPr>
            <a:r>
              <a:t>6 agentes, uma base tecnica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SDR Agent — vendas e qualificacao de leads.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Support Agent — atendimento e suporte.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Appointment Agent — agendamento automatico.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FAQ/RAG Agent — base de conhecimento.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5. Civic Agent — atendimento publico/protocolos.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6. Collections Agent — follow-up e reativacao.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</a:defRPr>
            </a:pPr>
            <a:r>
              <a:t>Stack e seguranca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FastAPI + React + PostgreSQL + pgvector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WhatsApp Cloud API (Meta oficial)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LLM multi-provider (Claude, OpenAI)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Docker Compose + VPS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CI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Rate limit + budget diario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Kill switch operacional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Session TTL + soft delete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PII sanitizer em logs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Allowlist WhatsApp em contatos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Pacotes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Implantacao: R$ 1.500-3.000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Mensalidade: R$ 300-800/mes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1 agente, handoff, 7-10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Implantacao: R$ 3.500-8.000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Mensalidade: R$ 800-2.000/mes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RAG, CRM/agenda, metricas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Implantacao: R$ 8.000+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Mensalidade: R$ 2.000+/mes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Multiagente, integracoes, operacao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Proximo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</a:defRPr>
            </a:pPr>
            <a:r>
              <a:t>Posso montar um piloto rapido com seu nicho para voce ver funcionando antes de fechar.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Luiz Felipe — Tech Lead IA / Especialista WhatsApp Cloud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https://atendeai.lufedigitalwave.com.br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